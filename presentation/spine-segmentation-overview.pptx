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nnU-Net v2 multiclass segmentation of the spine. 1,089 CT scans from TotalSegmentator, 25 vertebra classes plus background. Final Dice of 0.874 on 218 scans the model never saw during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task is multiclass, not binary. The model must not only find bone, it must know which vertebra it is looking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218 held-out scans were separated before any training and never touched until final evaluation. nnU-Net cross-validates internally on the 871.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idea of nnU-Net. It inspects image sizes, spacing and available GPU memory, then derives the architecture and training schedule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plateau at the start is expected for multiclass segmentation with heavy class imbalance. Roughly 99 percent of voxels are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reference the published tutorial this replicates reported 0.85 on its evaluation set. Internal cross-validation Dice was 0.884.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per-class breakdown is the actionable output. It says where to add data, not just that the model is 87 percent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for a technical interview: the interesting engineering is the data pipeline and the evaluation design, not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isprada/Library/Mobile Documents/com~apple~CloudDocs/Radiologee/Model Practice/Spine Segmentation/results/figures/spine_lab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960120"/>
            <a:ext cx="2606040" cy="4663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4C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· DEEP LEARNING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31520" y="201168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Spine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38862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 25 individual vertebrae in CT scans with a self-configuring 3D U-Net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48920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0.874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31520" y="5486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Dice, held-out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154680" y="48920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1,089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154680" y="5486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scans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577840" y="48920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577840" y="5486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vertebrae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Prada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automate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Vertebra-level labelling is the bottleneck in spine imaging</a:t>
            </a:r>
            <a:endParaRPr lang="en-US" sz="1400" dirty="0"/>
          </a:p>
        </p:txBody>
      </p:sp>
      <p:pic>
        <p:nvPicPr>
          <p:cNvPr id="4" name="Image 0" descr="/Users/luisprada/Library/Mobile Documents/com~apple~CloudDocs/Radiologee/Model Practice/Spine Segmentation/results/figures/task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554480"/>
            <a:ext cx="4937760" cy="4041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719072"/>
            <a:ext cx="384048" cy="384048"/>
          </a:xfrm>
          <a:prstGeom prst="ellipse">
            <a:avLst/>
          </a:prstGeom>
          <a:solidFill>
            <a:srgbClr val="223143"/>
          </a:solidFill>
          <a:ln w="15875">
            <a:solidFill>
              <a:srgbClr val="4CC9B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6916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segmentation is slow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20756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Outlining 25 separate bones across hundreds of slices is painstaking, and it repeats for every patient.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rgbClr val="223143"/>
          </a:solidFill>
          <a:ln w="15875">
            <a:solidFill>
              <a:srgbClr val="4CC9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31089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scale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34440" y="349300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planning, implant sizing and deformity tracking all need per-vertebra geometry.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4553712"/>
            <a:ext cx="384048" cy="384048"/>
          </a:xfrm>
          <a:prstGeom prst="ellipse">
            <a:avLst/>
          </a:prstGeom>
          <a:solidFill>
            <a:srgbClr val="223143"/>
          </a:solidFill>
          <a:ln w="15875">
            <a:solidFill>
              <a:srgbClr val="4CC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34440" y="45262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is error-prone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34440" y="49103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Vertebrae look nearly identical. Miscounting by one shifts every label below it.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37960" y="5760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one CT volume   →   Output: 25 separately identified bones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pipeline, from raw scans to a measured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1,089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CT scans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871 / 218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held-out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4480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60120" y="49377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with background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07408" y="160020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27448" y="2377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U-Net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727448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v2, full resolution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27448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128³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727448" y="3886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size, auto-chosen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27448" y="4480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4727448" y="49377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epochs, single fold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74736" y="160020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94776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94776" y="2377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RTX 4090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494776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rented, 24 GB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94776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2h 10m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8494776" y="3886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94776" y="4480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$2.42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8494776" y="49377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897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TotalSegmentator via Kaggle (CC BY 4.0)  ·  Split fixed with seed 42 for reproducibility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architecture was designed by hand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reads the dataset and configures itself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3931920"/>
          </a:xfrm>
          <a:prstGeom prst="roundRect">
            <a:avLst>
              <a:gd name="adj" fmla="val 2093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specified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and file naming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is CT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vertebra labels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hold-out split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epochs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223143"/>
          </a:solidFill>
          <a:ln w="12700">
            <a:solidFill>
              <a:srgbClr val="2231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965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4C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nnU-Net decided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24231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size 128×128×128, batch size 2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encoder, 32→320 filters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everything to 1.5 mm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intensity normalisation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a low-res cascade as unhelpful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870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leverage sits in data preparation, not model design — if the input format is wrong, there is no architecture to blame.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behaviour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epochs, 2 hours 10 minutes on a single RTX 4090</a:t>
            </a:r>
            <a:endParaRPr lang="en-US" sz="1400" dirty="0"/>
          </a:p>
        </p:txBody>
      </p:sp>
      <p:pic>
        <p:nvPicPr>
          <p:cNvPr id="4" name="Image 0" descr="/Users/luisprada/Library/Mobile Documents/com~apple~CloudDocs/Radiologee/Model Practice/Spine Segmentation/results/figures/trai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694944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737360"/>
            <a:ext cx="3337560" cy="1097280"/>
          </a:xfrm>
          <a:prstGeom prst="roundRect">
            <a:avLst>
              <a:gd name="adj" fmla="val 7500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8836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until epoch ~30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58200" y="21945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26 classes the network first learns to predict background everywhere.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183880" y="3035808"/>
            <a:ext cx="3337560" cy="1097280"/>
          </a:xfrm>
          <a:prstGeom prst="roundRect">
            <a:avLst>
              <a:gd name="adj" fmla="val 7500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58200" y="3182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C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sharp climb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458200" y="34930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rises from 0.02 to 0.83 between epochs 30 and 150.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83880" y="4334256"/>
            <a:ext cx="3337560" cy="1097280"/>
          </a:xfrm>
          <a:prstGeom prst="roundRect">
            <a:avLst>
              <a:gd name="adj" fmla="val 7500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8200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overfitting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458200" y="479145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validation loss track each other to the final epoch.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5897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is negative because nnU-Net minimises a combined Dice + cross-entropy objective — lower is better.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218 unseen scans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 before training, evaluated once at the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105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64592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8105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0" y="2487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IoU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8105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46520" y="2487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vertebra (T1)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64592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8105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77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35440" y="2487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vertebra (C1)</a:t>
            </a:r>
            <a:endParaRPr lang="en-US" sz="1150" dirty="0"/>
          </a:p>
        </p:txBody>
      </p:sp>
      <p:pic>
        <p:nvPicPr>
          <p:cNvPr id="16" name="Image 0" descr="/Users/luisprada/Library/Mobile Documents/com~apple~CloudDocs/Radiologee/Model Practice/Spine Segmentation/results/figures/dice_by_verteb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310128"/>
            <a:ext cx="10881360" cy="2651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measures overlap between prediction and expert annotation: 1.0 is perfect, 0 is no overlap.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struggles — and why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weak class is in the neck</a:t>
            </a:r>
            <a:endParaRPr lang="en-US" sz="1400" dirty="0"/>
          </a:p>
        </p:txBody>
      </p:sp>
      <p:pic>
        <p:nvPicPr>
          <p:cNvPr id="4" name="Image 0" descr="/Users/luisprada/Library/Mobile Documents/com~apple~CloudDocs/Radiologee/Model Practice/Spine Segmentation/results/figures/per_cas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6309360" cy="2871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 of 218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51755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scored 0.90 or higher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8620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77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of 218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886200" y="51755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fell below 0.60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269480" y="1691640"/>
            <a:ext cx="4251960" cy="4023360"/>
          </a:xfrm>
          <a:prstGeom prst="roundRect">
            <a:avLst>
              <a:gd name="adj" fmla="val 2045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1965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causes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structures are punished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89520" y="28346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averages ~730 voxels; L1 averages ~10,300. A handful of wrong voxels costs far more Dice on a small bone.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89520" y="4041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scans are rarer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89520" y="440740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CT studies in the dataset are chest or abdomen. The neck is often clipped at the edge of the field of view.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89520" y="5285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C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add cervical-weighted training data rather than more epochs.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10698480" cy="1170432"/>
          </a:xfrm>
          <a:prstGeom prst="roundRect">
            <a:avLst>
              <a:gd name="adj" fmla="val 7031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2075688"/>
            <a:ext cx="402336" cy="402336"/>
          </a:xfrm>
          <a:prstGeom prst="ellipse">
            <a:avLst/>
          </a:prstGeom>
          <a:solidFill>
            <a:srgbClr val="10161D"/>
          </a:solidFill>
          <a:ln w="19050">
            <a:solidFill>
              <a:srgbClr val="4CC9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C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through the trunk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2677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thoracic and lumbar vertebra scores between 0.82 and 0.93 — the regions most used for surgical planning.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10698480" cy="1170432"/>
          </a:xfrm>
          <a:prstGeom prst="roundRect">
            <a:avLst>
              <a:gd name="adj" fmla="val 7031"/>
            </a:avLst>
          </a:prstGeom>
          <a:solidFill>
            <a:srgbClr val="223143"/>
          </a:solidFill>
          <a:ln w="12700">
            <a:solidFill>
              <a:srgbClr val="2231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3447288"/>
            <a:ext cx="402336" cy="402336"/>
          </a:xfrm>
          <a:prstGeom prst="ellipse">
            <a:avLst/>
          </a:prstGeom>
          <a:solidFill>
            <a:srgbClr val="10161D"/>
          </a:solidFill>
          <a:ln w="19050">
            <a:solidFill>
              <a:srgbClr val="F2B4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91640" y="32461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is the real work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91640" y="36393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 was automated. Pairing, geometry checks and a reproducible split were where the engineering went.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434840"/>
            <a:ext cx="10698480" cy="1170432"/>
          </a:xfrm>
          <a:prstGeom prst="roundRect">
            <a:avLst>
              <a:gd name="adj" fmla="val 7031"/>
            </a:avLst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4818888"/>
            <a:ext cx="402336" cy="402336"/>
          </a:xfrm>
          <a:prstGeom prst="ellipse">
            <a:avLst/>
          </a:prstGeom>
          <a:solidFill>
            <a:srgbClr val="10161D"/>
          </a:solidFill>
          <a:ln w="19050">
            <a:solidFill>
              <a:srgbClr val="F077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7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91640" y="46177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reproduce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5010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$2.42 and 4.4 hours end to end on rented hardware, fully scripted and re-runnable.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60350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v2  ·  3d_fullres  ·  250 epochs  ·  TotalSegmentator data (CC BY 4.0)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Spine Segmentation with nnU-Net</dc:title>
  <dc:subject>PptxGenJS Presentation</dc:subject>
  <dc:creator>Luis Prada</dc:creator>
  <cp:lastModifiedBy>Luis Prada</cp:lastModifiedBy>
  <cp:revision>1</cp:revision>
  <dcterms:created xsi:type="dcterms:W3CDTF">2026-07-28T20:42:56Z</dcterms:created>
  <dcterms:modified xsi:type="dcterms:W3CDTF">2026-07-28T20:42:56Z</dcterms:modified>
</cp:coreProperties>
</file>